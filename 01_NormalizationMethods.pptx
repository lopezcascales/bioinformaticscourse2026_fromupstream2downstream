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9.png" ContentType="image/png"/>
  <Override PartName="/ppt/media/image13.png" ContentType="image/png"/>
  <Override PartName="/ppt/media/image8.png" ContentType="image/png"/>
  <Override PartName="/ppt/media/image12.png" ContentType="image/png"/>
  <Override PartName="/ppt/media/image7.png" ContentType="image/png"/>
  <Override PartName="/ppt/media/image11.png" ContentType="image/png"/>
  <Override PartName="/ppt/media/image6.png" ContentType="image/png"/>
  <Override PartName="/ppt/media/image10.png" ContentType="image/png"/>
  <Override PartName="/ppt/media/image4.png" ContentType="image/png"/>
  <Override PartName="/ppt/media/image21.png" ContentType="image/png"/>
  <Override PartName="/ppt/media/image19.png" ContentType="image/png"/>
  <Override PartName="/ppt/media/image1.png" ContentType="image/png"/>
  <Override PartName="/ppt/media/image3.png" ContentType="image/png"/>
  <Override PartName="/ppt/media/image20.png" ContentType="image/png"/>
  <Override PartName="/ppt/media/image18.png" ContentType="image/png"/>
  <Override PartName="/ppt/media/image17.png" ContentType="image/png"/>
  <Override PartName="/ppt/media/image16.png" ContentType="image/png"/>
  <Override PartName="/ppt/media/image15.png" ContentType="image/png"/>
  <Override PartName="/ppt/media/image14.png" ContentType="image/png"/>
  <Override PartName="/ppt/media/image2.png" ContentType="image/png"/>
  <Override PartName="/ppt/media/image5.png" ContentType="image/png"/>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4.xml.rels" ContentType="application/vnd.openxmlformats-package.relationships+xml"/>
  <Override PartName="/ppt/slides/_rels/slide11.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_rels/slide6.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0080625" cy="567055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p:spPr>
        <p:txBody>
          <a:bodyPr lIns="0" rIns="0" tIns="0" bIns="0" anchor="ctr">
            <a:noAutofit/>
          </a:bodyPr>
          <a:p>
            <a:pPr algn="ctr"/>
            <a:endParaRPr b="0" lang="en-US" sz="4400" spc="-1" strike="noStrike">
              <a:latin typeface="Arial"/>
            </a:endParaRPr>
          </a:p>
        </p:txBody>
      </p:sp>
      <p:sp>
        <p:nvSpPr>
          <p:cNvPr id="6" name="PlaceHolder 2"/>
          <p:cNvSpPr>
            <a:spLocks noGrp="1"/>
          </p:cNvSpPr>
          <p:nvPr>
            <p:ph type="subTitle"/>
          </p:nvPr>
        </p:nvSpPr>
        <p:spPr>
          <a:xfrm>
            <a:off x="504000" y="1326600"/>
            <a:ext cx="9071640" cy="32882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640" cy="946440"/>
          </a:xfrm>
          <a:prstGeom prst="rect">
            <a:avLst/>
          </a:prstGeom>
        </p:spPr>
        <p:txBody>
          <a:bodyPr lIns="0" rIns="0" tIns="0" bIns="0" anchor="ctr">
            <a:noAutofit/>
          </a:bodyPr>
          <a:p>
            <a:pPr algn="ctr"/>
            <a:endParaRPr b="0" lang="en-US" sz="4400" spc="-1" strike="noStrike">
              <a:latin typeface="Arial"/>
            </a:endParaRPr>
          </a:p>
        </p:txBody>
      </p:sp>
      <p:sp>
        <p:nvSpPr>
          <p:cNvPr id="8" name="PlaceHolder 2"/>
          <p:cNvSpPr>
            <a:spLocks noGrp="1"/>
          </p:cNvSpPr>
          <p:nvPr>
            <p:ph type="body"/>
          </p:nvPr>
        </p:nvSpPr>
        <p:spPr>
          <a:xfrm>
            <a:off x="504000" y="1326600"/>
            <a:ext cx="9071640" cy="328824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6080"/>
            <a:ext cx="9071640" cy="946440"/>
          </a:xfrm>
          <a:prstGeom prst="rect">
            <a:avLst/>
          </a:prstGeom>
        </p:spPr>
        <p:txBody>
          <a:bodyPr lIns="0" rIns="0" tIns="0" bIns="0" anchor="ctr">
            <a:noAutofit/>
          </a:bodyPr>
          <a:p>
            <a:pPr algn="ctr"/>
            <a:endParaRPr b="0" lang="en-US" sz="4400" spc="-1" strike="noStrike">
              <a:latin typeface="Arial"/>
            </a:endParaRPr>
          </a:p>
        </p:txBody>
      </p:sp>
      <p:sp>
        <p:nvSpPr>
          <p:cNvPr id="10" name="PlaceHolder 2"/>
          <p:cNvSpPr>
            <a:spLocks noGrp="1"/>
          </p:cNvSpPr>
          <p:nvPr>
            <p:ph type="body"/>
          </p:nvPr>
        </p:nvSpPr>
        <p:spPr>
          <a:xfrm>
            <a:off x="504000" y="1326600"/>
            <a:ext cx="4426920" cy="3288240"/>
          </a:xfrm>
          <a:prstGeom prst="rect">
            <a:avLst/>
          </a:prstGeom>
        </p:spPr>
        <p:txBody>
          <a:bodyPr lIns="0" rIns="0" tIns="0" bIns="0">
            <a:normAutofit/>
          </a:bodyPr>
          <a:p>
            <a:endParaRPr b="0" lang="en-US" sz="3200" spc="-1" strike="noStrike">
              <a:latin typeface="Arial"/>
            </a:endParaRPr>
          </a:p>
        </p:txBody>
      </p:sp>
      <p:sp>
        <p:nvSpPr>
          <p:cNvPr id="11" name="PlaceHolder 3"/>
          <p:cNvSpPr>
            <a:spLocks noGrp="1"/>
          </p:cNvSpPr>
          <p:nvPr>
            <p:ph type="body"/>
          </p:nvPr>
        </p:nvSpPr>
        <p:spPr>
          <a:xfrm>
            <a:off x="5152680" y="1326600"/>
            <a:ext cx="4426920" cy="328824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71640" cy="94644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504000" y="226080"/>
            <a:ext cx="9071640" cy="43884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226080"/>
            <a:ext cx="9071640" cy="946440"/>
          </a:xfrm>
          <a:prstGeom prst="rect">
            <a:avLst/>
          </a:prstGeom>
        </p:spPr>
        <p:txBody>
          <a:bodyPr lIns="0" rIns="0" tIns="0" bIns="0" anchor="ctr">
            <a:noAutofit/>
          </a:bodyPr>
          <a:p>
            <a:pPr algn="ctr"/>
            <a:endParaRPr b="0" lang="en-US" sz="4400" spc="-1" strike="noStrike">
              <a:latin typeface="Arial"/>
            </a:endParaRPr>
          </a:p>
        </p:txBody>
      </p:sp>
      <p:sp>
        <p:nvSpPr>
          <p:cNvPr id="15" name="PlaceHolder 2"/>
          <p:cNvSpPr>
            <a:spLocks noGrp="1"/>
          </p:cNvSpPr>
          <p:nvPr>
            <p:ph type="body"/>
          </p:nvPr>
        </p:nvSpPr>
        <p:spPr>
          <a:xfrm>
            <a:off x="504000" y="1326600"/>
            <a:ext cx="4426920" cy="1568160"/>
          </a:xfrm>
          <a:prstGeom prst="rect">
            <a:avLst/>
          </a:prstGeom>
        </p:spPr>
        <p:txBody>
          <a:bodyPr lIns="0" rIns="0" tIns="0" bIns="0">
            <a:normAutofit/>
          </a:bodyPr>
          <a:p>
            <a:endParaRPr b="0" lang="en-US" sz="3200" spc="-1" strike="noStrike">
              <a:latin typeface="Arial"/>
            </a:endParaRPr>
          </a:p>
        </p:txBody>
      </p:sp>
      <p:sp>
        <p:nvSpPr>
          <p:cNvPr id="16" name="PlaceHolder 3"/>
          <p:cNvSpPr>
            <a:spLocks noGrp="1"/>
          </p:cNvSpPr>
          <p:nvPr>
            <p:ph type="body"/>
          </p:nvPr>
        </p:nvSpPr>
        <p:spPr>
          <a:xfrm>
            <a:off x="5152680" y="1326600"/>
            <a:ext cx="4426920" cy="3288240"/>
          </a:xfrm>
          <a:prstGeom prst="rect">
            <a:avLst/>
          </a:prstGeom>
        </p:spPr>
        <p:txBody>
          <a:bodyPr lIns="0" rIns="0" tIns="0" bIns="0">
            <a:normAutofit/>
          </a:bodyPr>
          <a:p>
            <a:endParaRPr b="0" lang="en-US" sz="3200" spc="-1" strike="noStrike">
              <a:latin typeface="Arial"/>
            </a:endParaRPr>
          </a:p>
        </p:txBody>
      </p:sp>
      <p:sp>
        <p:nvSpPr>
          <p:cNvPr id="17" name="PlaceHolder 4"/>
          <p:cNvSpPr>
            <a:spLocks noGrp="1"/>
          </p:cNvSpPr>
          <p:nvPr>
            <p:ph type="body"/>
          </p:nvPr>
        </p:nvSpPr>
        <p:spPr>
          <a:xfrm>
            <a:off x="504000" y="3044160"/>
            <a:ext cx="4426920" cy="156816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504000" y="226080"/>
            <a:ext cx="9071640" cy="946440"/>
          </a:xfrm>
          <a:prstGeom prst="rect">
            <a:avLst/>
          </a:prstGeom>
        </p:spPr>
        <p:txBody>
          <a:bodyPr lIns="0" rIns="0" tIns="0" bIns="0" anchor="ctr">
            <a:noAutofit/>
          </a:bodyPr>
          <a:p>
            <a:pPr algn="ctr"/>
            <a:endParaRPr b="0" lang="en-US" sz="4400" spc="-1" strike="noStrike">
              <a:latin typeface="Arial"/>
            </a:endParaRPr>
          </a:p>
        </p:txBody>
      </p:sp>
      <p:sp>
        <p:nvSpPr>
          <p:cNvPr id="19" name="PlaceHolder 2"/>
          <p:cNvSpPr>
            <a:spLocks noGrp="1"/>
          </p:cNvSpPr>
          <p:nvPr>
            <p:ph type="body"/>
          </p:nvPr>
        </p:nvSpPr>
        <p:spPr>
          <a:xfrm>
            <a:off x="504000" y="1326600"/>
            <a:ext cx="4426920" cy="3288240"/>
          </a:xfrm>
          <a:prstGeom prst="rect">
            <a:avLst/>
          </a:prstGeom>
        </p:spPr>
        <p:txBody>
          <a:bodyPr lIns="0" rIns="0" tIns="0" bIns="0">
            <a:normAutofit/>
          </a:bodyPr>
          <a:p>
            <a:endParaRPr b="0" lang="en-US" sz="3200" spc="-1" strike="noStrike">
              <a:latin typeface="Arial"/>
            </a:endParaRPr>
          </a:p>
        </p:txBody>
      </p:sp>
      <p:sp>
        <p:nvSpPr>
          <p:cNvPr id="20" name="PlaceHolder 3"/>
          <p:cNvSpPr>
            <a:spLocks noGrp="1"/>
          </p:cNvSpPr>
          <p:nvPr>
            <p:ph type="body"/>
          </p:nvPr>
        </p:nvSpPr>
        <p:spPr>
          <a:xfrm>
            <a:off x="5152680" y="1326600"/>
            <a:ext cx="4426920" cy="1568160"/>
          </a:xfrm>
          <a:prstGeom prst="rect">
            <a:avLst/>
          </a:prstGeom>
        </p:spPr>
        <p:txBody>
          <a:bodyPr lIns="0" rIns="0" tIns="0" bIns="0">
            <a:normAutofit/>
          </a:bodyPr>
          <a:p>
            <a:endParaRPr b="0" lang="en-US" sz="3200" spc="-1" strike="noStrike">
              <a:latin typeface="Arial"/>
            </a:endParaRPr>
          </a:p>
        </p:txBody>
      </p:sp>
      <p:sp>
        <p:nvSpPr>
          <p:cNvPr id="21" name="PlaceHolder 4"/>
          <p:cNvSpPr>
            <a:spLocks noGrp="1"/>
          </p:cNvSpPr>
          <p:nvPr>
            <p:ph type="body"/>
          </p:nvPr>
        </p:nvSpPr>
        <p:spPr>
          <a:xfrm>
            <a:off x="5152680" y="3044160"/>
            <a:ext cx="4426920" cy="156816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226080"/>
            <a:ext cx="9071640" cy="946440"/>
          </a:xfrm>
          <a:prstGeom prst="rect">
            <a:avLst/>
          </a:prstGeom>
        </p:spPr>
        <p:txBody>
          <a:bodyPr lIns="0" rIns="0" tIns="0" bIns="0" anchor="ctr">
            <a:noAutofit/>
          </a:bodyPr>
          <a:p>
            <a:pPr algn="ctr"/>
            <a:endParaRPr b="0" lang="en-US" sz="4400" spc="-1" strike="noStrike">
              <a:latin typeface="Arial"/>
            </a:endParaRPr>
          </a:p>
        </p:txBody>
      </p:sp>
      <p:sp>
        <p:nvSpPr>
          <p:cNvPr id="23" name="PlaceHolder 2"/>
          <p:cNvSpPr>
            <a:spLocks noGrp="1"/>
          </p:cNvSpPr>
          <p:nvPr>
            <p:ph type="body"/>
          </p:nvPr>
        </p:nvSpPr>
        <p:spPr>
          <a:xfrm>
            <a:off x="504000" y="1326600"/>
            <a:ext cx="4426920" cy="1568160"/>
          </a:xfrm>
          <a:prstGeom prst="rect">
            <a:avLst/>
          </a:prstGeom>
        </p:spPr>
        <p:txBody>
          <a:bodyPr lIns="0" rIns="0" tIns="0" bIns="0">
            <a:normAutofit/>
          </a:bodyPr>
          <a:p>
            <a:endParaRPr b="0" lang="en-US" sz="3200" spc="-1" strike="noStrike">
              <a:latin typeface="Arial"/>
            </a:endParaRPr>
          </a:p>
        </p:txBody>
      </p:sp>
      <p:sp>
        <p:nvSpPr>
          <p:cNvPr id="24" name="PlaceHolder 3"/>
          <p:cNvSpPr>
            <a:spLocks noGrp="1"/>
          </p:cNvSpPr>
          <p:nvPr>
            <p:ph type="body"/>
          </p:nvPr>
        </p:nvSpPr>
        <p:spPr>
          <a:xfrm>
            <a:off x="5152680" y="1326600"/>
            <a:ext cx="4426920" cy="1568160"/>
          </a:xfrm>
          <a:prstGeom prst="rect">
            <a:avLst/>
          </a:prstGeom>
        </p:spPr>
        <p:txBody>
          <a:bodyPr lIns="0" rIns="0" tIns="0" bIns="0">
            <a:normAutofit/>
          </a:bodyPr>
          <a:p>
            <a:endParaRPr b="0" lang="en-US" sz="3200" spc="-1" strike="noStrike">
              <a:latin typeface="Arial"/>
            </a:endParaRPr>
          </a:p>
        </p:txBody>
      </p:sp>
      <p:sp>
        <p:nvSpPr>
          <p:cNvPr id="25" name="PlaceHolder 4"/>
          <p:cNvSpPr>
            <a:spLocks noGrp="1"/>
          </p:cNvSpPr>
          <p:nvPr>
            <p:ph type="body"/>
          </p:nvPr>
        </p:nvSpPr>
        <p:spPr>
          <a:xfrm>
            <a:off x="504000" y="3044160"/>
            <a:ext cx="9071640" cy="156816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226080"/>
            <a:ext cx="9071640" cy="946440"/>
          </a:xfrm>
          <a:prstGeom prst="rect">
            <a:avLst/>
          </a:prstGeom>
        </p:spPr>
        <p:txBody>
          <a:bodyPr lIns="0" rIns="0" tIns="0" bIns="0" anchor="ctr">
            <a:noAutofit/>
          </a:bodyPr>
          <a:p>
            <a:pPr algn="ctr"/>
            <a:endParaRPr b="0" lang="en-US" sz="4400" spc="-1" strike="noStrike">
              <a:latin typeface="Arial"/>
            </a:endParaRPr>
          </a:p>
        </p:txBody>
      </p:sp>
      <p:sp>
        <p:nvSpPr>
          <p:cNvPr id="27" name="PlaceHolder 2"/>
          <p:cNvSpPr>
            <a:spLocks noGrp="1"/>
          </p:cNvSpPr>
          <p:nvPr>
            <p:ph type="body"/>
          </p:nvPr>
        </p:nvSpPr>
        <p:spPr>
          <a:xfrm>
            <a:off x="504000" y="1326600"/>
            <a:ext cx="9071640" cy="1568160"/>
          </a:xfrm>
          <a:prstGeom prst="rect">
            <a:avLst/>
          </a:prstGeom>
        </p:spPr>
        <p:txBody>
          <a:bodyPr lIns="0" rIns="0" tIns="0" bIns="0">
            <a:normAutofit/>
          </a:bodyPr>
          <a:p>
            <a:endParaRPr b="0" lang="en-US" sz="3200" spc="-1" strike="noStrike">
              <a:latin typeface="Arial"/>
            </a:endParaRPr>
          </a:p>
        </p:txBody>
      </p:sp>
      <p:sp>
        <p:nvSpPr>
          <p:cNvPr id="28" name="PlaceHolder 3"/>
          <p:cNvSpPr>
            <a:spLocks noGrp="1"/>
          </p:cNvSpPr>
          <p:nvPr>
            <p:ph type="body"/>
          </p:nvPr>
        </p:nvSpPr>
        <p:spPr>
          <a:xfrm>
            <a:off x="504000" y="3044160"/>
            <a:ext cx="9071640" cy="156816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226080"/>
            <a:ext cx="9071640" cy="946440"/>
          </a:xfrm>
          <a:prstGeom prst="rect">
            <a:avLst/>
          </a:prstGeom>
        </p:spPr>
        <p:txBody>
          <a:bodyPr lIns="0" rIns="0" tIns="0" bIns="0" anchor="ctr">
            <a:noAutofit/>
          </a:bodyPr>
          <a:p>
            <a:pPr algn="ctr"/>
            <a:endParaRPr b="0" lang="en-US" sz="4400" spc="-1" strike="noStrike">
              <a:latin typeface="Arial"/>
            </a:endParaRPr>
          </a:p>
        </p:txBody>
      </p:sp>
      <p:sp>
        <p:nvSpPr>
          <p:cNvPr id="30" name="PlaceHolder 2"/>
          <p:cNvSpPr>
            <a:spLocks noGrp="1"/>
          </p:cNvSpPr>
          <p:nvPr>
            <p:ph type="body"/>
          </p:nvPr>
        </p:nvSpPr>
        <p:spPr>
          <a:xfrm>
            <a:off x="504000" y="1326600"/>
            <a:ext cx="4426920" cy="1568160"/>
          </a:xfrm>
          <a:prstGeom prst="rect">
            <a:avLst/>
          </a:prstGeom>
        </p:spPr>
        <p:txBody>
          <a:bodyPr lIns="0" rIns="0" tIns="0" bIns="0">
            <a:normAutofit/>
          </a:bodyPr>
          <a:p>
            <a:endParaRPr b="0" lang="en-US" sz="3200" spc="-1" strike="noStrike">
              <a:latin typeface="Arial"/>
            </a:endParaRPr>
          </a:p>
        </p:txBody>
      </p:sp>
      <p:sp>
        <p:nvSpPr>
          <p:cNvPr id="31" name="PlaceHolder 3"/>
          <p:cNvSpPr>
            <a:spLocks noGrp="1"/>
          </p:cNvSpPr>
          <p:nvPr>
            <p:ph type="body"/>
          </p:nvPr>
        </p:nvSpPr>
        <p:spPr>
          <a:xfrm>
            <a:off x="5152680" y="1326600"/>
            <a:ext cx="4426920" cy="1568160"/>
          </a:xfrm>
          <a:prstGeom prst="rect">
            <a:avLst/>
          </a:prstGeom>
        </p:spPr>
        <p:txBody>
          <a:bodyPr lIns="0" rIns="0" tIns="0" bIns="0">
            <a:normAutofit/>
          </a:bodyPr>
          <a:p>
            <a:endParaRPr b="0" lang="en-US" sz="3200" spc="-1" strike="noStrike">
              <a:latin typeface="Arial"/>
            </a:endParaRPr>
          </a:p>
        </p:txBody>
      </p:sp>
      <p:sp>
        <p:nvSpPr>
          <p:cNvPr id="32" name="PlaceHolder 4"/>
          <p:cNvSpPr>
            <a:spLocks noGrp="1"/>
          </p:cNvSpPr>
          <p:nvPr>
            <p:ph type="body"/>
          </p:nvPr>
        </p:nvSpPr>
        <p:spPr>
          <a:xfrm>
            <a:off x="504000" y="3044160"/>
            <a:ext cx="4426920" cy="1568160"/>
          </a:xfrm>
          <a:prstGeom prst="rect">
            <a:avLst/>
          </a:prstGeom>
        </p:spPr>
        <p:txBody>
          <a:bodyPr lIns="0" rIns="0" tIns="0" bIns="0">
            <a:normAutofit/>
          </a:bodyPr>
          <a:p>
            <a:endParaRPr b="0" lang="en-US" sz="3200" spc="-1" strike="noStrike">
              <a:latin typeface="Arial"/>
            </a:endParaRPr>
          </a:p>
        </p:txBody>
      </p:sp>
      <p:sp>
        <p:nvSpPr>
          <p:cNvPr id="33" name="PlaceHolder 5"/>
          <p:cNvSpPr>
            <a:spLocks noGrp="1"/>
          </p:cNvSpPr>
          <p:nvPr>
            <p:ph type="body"/>
          </p:nvPr>
        </p:nvSpPr>
        <p:spPr>
          <a:xfrm>
            <a:off x="5152680" y="3044160"/>
            <a:ext cx="4426920" cy="156816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504000" y="226080"/>
            <a:ext cx="9071640" cy="946440"/>
          </a:xfrm>
          <a:prstGeom prst="rect">
            <a:avLst/>
          </a:prstGeom>
        </p:spPr>
        <p:txBody>
          <a:bodyPr lIns="0" rIns="0" tIns="0" bIns="0" anchor="ctr">
            <a:noAutofit/>
          </a:bodyPr>
          <a:p>
            <a:pPr algn="ctr"/>
            <a:endParaRPr b="0" lang="en-US" sz="4400" spc="-1" strike="noStrike">
              <a:latin typeface="Arial"/>
            </a:endParaRPr>
          </a:p>
        </p:txBody>
      </p:sp>
      <p:sp>
        <p:nvSpPr>
          <p:cNvPr id="35" name="PlaceHolder 2"/>
          <p:cNvSpPr>
            <a:spLocks noGrp="1"/>
          </p:cNvSpPr>
          <p:nvPr>
            <p:ph type="body"/>
          </p:nvPr>
        </p:nvSpPr>
        <p:spPr>
          <a:xfrm>
            <a:off x="504000" y="1326600"/>
            <a:ext cx="2920680" cy="1568160"/>
          </a:xfrm>
          <a:prstGeom prst="rect">
            <a:avLst/>
          </a:prstGeom>
        </p:spPr>
        <p:txBody>
          <a:bodyPr lIns="0" rIns="0" tIns="0" bIns="0">
            <a:normAutofit/>
          </a:bodyPr>
          <a:p>
            <a:endParaRPr b="0" lang="en-US" sz="3200" spc="-1" strike="noStrike">
              <a:latin typeface="Arial"/>
            </a:endParaRPr>
          </a:p>
        </p:txBody>
      </p:sp>
      <p:sp>
        <p:nvSpPr>
          <p:cNvPr id="36" name="PlaceHolder 3"/>
          <p:cNvSpPr>
            <a:spLocks noGrp="1"/>
          </p:cNvSpPr>
          <p:nvPr>
            <p:ph type="body"/>
          </p:nvPr>
        </p:nvSpPr>
        <p:spPr>
          <a:xfrm>
            <a:off x="3571200" y="1326600"/>
            <a:ext cx="2920680" cy="1568160"/>
          </a:xfrm>
          <a:prstGeom prst="rect">
            <a:avLst/>
          </a:prstGeom>
        </p:spPr>
        <p:txBody>
          <a:bodyPr lIns="0" rIns="0" tIns="0" bIns="0">
            <a:normAutofit/>
          </a:bodyPr>
          <a:p>
            <a:endParaRPr b="0" lang="en-US" sz="3200" spc="-1" strike="noStrike">
              <a:latin typeface="Arial"/>
            </a:endParaRPr>
          </a:p>
        </p:txBody>
      </p:sp>
      <p:sp>
        <p:nvSpPr>
          <p:cNvPr id="37" name="PlaceHolder 4"/>
          <p:cNvSpPr>
            <a:spLocks noGrp="1"/>
          </p:cNvSpPr>
          <p:nvPr>
            <p:ph type="body"/>
          </p:nvPr>
        </p:nvSpPr>
        <p:spPr>
          <a:xfrm>
            <a:off x="6638040" y="1326600"/>
            <a:ext cx="2920680" cy="1568160"/>
          </a:xfrm>
          <a:prstGeom prst="rect">
            <a:avLst/>
          </a:prstGeom>
        </p:spPr>
        <p:txBody>
          <a:bodyPr lIns="0" rIns="0" tIns="0" bIns="0">
            <a:normAutofit/>
          </a:bodyPr>
          <a:p>
            <a:endParaRPr b="0" lang="en-US" sz="3200" spc="-1" strike="noStrike">
              <a:latin typeface="Arial"/>
            </a:endParaRPr>
          </a:p>
        </p:txBody>
      </p:sp>
      <p:sp>
        <p:nvSpPr>
          <p:cNvPr id="38" name="PlaceHolder 5"/>
          <p:cNvSpPr>
            <a:spLocks noGrp="1"/>
          </p:cNvSpPr>
          <p:nvPr>
            <p:ph type="body"/>
          </p:nvPr>
        </p:nvSpPr>
        <p:spPr>
          <a:xfrm>
            <a:off x="504000" y="3044160"/>
            <a:ext cx="2920680" cy="1568160"/>
          </a:xfrm>
          <a:prstGeom prst="rect">
            <a:avLst/>
          </a:prstGeom>
        </p:spPr>
        <p:txBody>
          <a:bodyPr lIns="0" rIns="0" tIns="0" bIns="0">
            <a:normAutofit/>
          </a:bodyPr>
          <a:p>
            <a:endParaRPr b="0" lang="en-US" sz="3200" spc="-1" strike="noStrike">
              <a:latin typeface="Arial"/>
            </a:endParaRPr>
          </a:p>
        </p:txBody>
      </p:sp>
      <p:sp>
        <p:nvSpPr>
          <p:cNvPr id="39" name="PlaceHolder 6"/>
          <p:cNvSpPr>
            <a:spLocks noGrp="1"/>
          </p:cNvSpPr>
          <p:nvPr>
            <p:ph type="body"/>
          </p:nvPr>
        </p:nvSpPr>
        <p:spPr>
          <a:xfrm>
            <a:off x="3571200" y="3044160"/>
            <a:ext cx="2920680" cy="1568160"/>
          </a:xfrm>
          <a:prstGeom prst="rect">
            <a:avLst/>
          </a:prstGeom>
        </p:spPr>
        <p:txBody>
          <a:bodyPr lIns="0" rIns="0" tIns="0" bIns="0">
            <a:normAutofit/>
          </a:bodyPr>
          <a:p>
            <a:endParaRPr b="0" lang="en-US" sz="3200" spc="-1" strike="noStrike">
              <a:latin typeface="Arial"/>
            </a:endParaRPr>
          </a:p>
        </p:txBody>
      </p:sp>
      <p:sp>
        <p:nvSpPr>
          <p:cNvPr id="40" name="PlaceHolder 7"/>
          <p:cNvSpPr>
            <a:spLocks noGrp="1"/>
          </p:cNvSpPr>
          <p:nvPr>
            <p:ph type="body"/>
          </p:nvPr>
        </p:nvSpPr>
        <p:spPr>
          <a:xfrm>
            <a:off x="6638040" y="3044160"/>
            <a:ext cx="2920680" cy="156816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1" name="PlaceHolder 2"/>
          <p:cNvSpPr>
            <a:spLocks noGrp="1"/>
          </p:cNvSpPr>
          <p:nvPr>
            <p:ph type="body"/>
          </p:nvPr>
        </p:nvSpPr>
        <p:spPr>
          <a:xfrm>
            <a:off x="504000" y="1326600"/>
            <a:ext cx="9071640" cy="328824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
        <p:nvSpPr>
          <p:cNvPr id="2" name="PlaceHolder 3"/>
          <p:cNvSpPr>
            <a:spLocks noGrp="1"/>
          </p:cNvSpPr>
          <p:nvPr>
            <p:ph type="dt"/>
          </p:nvPr>
        </p:nvSpPr>
        <p:spPr>
          <a:xfrm>
            <a:off x="504000" y="5165280"/>
            <a:ext cx="2348280" cy="390600"/>
          </a:xfrm>
          <a:prstGeom prst="rect">
            <a:avLst/>
          </a:prstGeom>
        </p:spPr>
        <p:txBody>
          <a:bodyPr lIns="0" rIns="0" tIns="0" bIns="0">
            <a:noAutofit/>
          </a:bodyPr>
          <a:p>
            <a:r>
              <a:rPr b="0" lang="en-US" sz="1400" spc="-1" strike="noStrike">
                <a:latin typeface="Times New Roman"/>
              </a:rPr>
              <a:t>&lt;date/time&gt;</a:t>
            </a:r>
            <a:endParaRPr b="0" lang="en-US" sz="1400" spc="-1" strike="noStrike">
              <a:latin typeface="Times New Roman"/>
            </a:endParaRPr>
          </a:p>
        </p:txBody>
      </p:sp>
      <p:sp>
        <p:nvSpPr>
          <p:cNvPr id="3" name="PlaceHolder 4"/>
          <p:cNvSpPr>
            <a:spLocks noGrp="1"/>
          </p:cNvSpPr>
          <p:nvPr>
            <p:ph type="ftr"/>
          </p:nvPr>
        </p:nvSpPr>
        <p:spPr>
          <a:xfrm>
            <a:off x="3447360" y="5165280"/>
            <a:ext cx="3195000" cy="390600"/>
          </a:xfrm>
          <a:prstGeom prst="rect">
            <a:avLst/>
          </a:prstGeom>
        </p:spPr>
        <p:txBody>
          <a:bodyPr lIns="0" rIns="0" tIns="0" bIns="0">
            <a:noAutofit/>
          </a:bodyPr>
          <a:p>
            <a:pPr algn="ctr"/>
            <a:r>
              <a:rPr b="0" lang="en-US" sz="1400" spc="-1" strike="noStrike">
                <a:latin typeface="Times New Roman"/>
              </a:rPr>
              <a:t>&lt;footer&gt;</a:t>
            </a:r>
            <a:endParaRPr b="0" lang="en-US" sz="1400" spc="-1" strike="noStrike">
              <a:latin typeface="Times New Roman"/>
            </a:endParaRPr>
          </a:p>
        </p:txBody>
      </p:sp>
      <p:sp>
        <p:nvSpPr>
          <p:cNvPr id="4" name="PlaceHolder 5"/>
          <p:cNvSpPr>
            <a:spLocks noGrp="1"/>
          </p:cNvSpPr>
          <p:nvPr>
            <p:ph type="sldNum"/>
          </p:nvPr>
        </p:nvSpPr>
        <p:spPr>
          <a:xfrm>
            <a:off x="7227360" y="5165280"/>
            <a:ext cx="2348280" cy="390600"/>
          </a:xfrm>
          <a:prstGeom prst="rect">
            <a:avLst/>
          </a:prstGeom>
        </p:spPr>
        <p:txBody>
          <a:bodyPr lIns="0" rIns="0" tIns="0" bIns="0">
            <a:noAutofit/>
          </a:bodyPr>
          <a:p>
            <a:pPr algn="r"/>
            <a:fld id="{3A403C6E-A0C9-4235-8842-C00B42E25AD6}"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3.xml"/>
</Relationships>
</file>

<file path=ppt/slides/_rels/slide15.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TextShape 1"/>
          <p:cNvSpPr txBox="1"/>
          <p:nvPr/>
        </p:nvSpPr>
        <p:spPr>
          <a:xfrm>
            <a:off x="504000" y="226080"/>
            <a:ext cx="9071640" cy="946440"/>
          </a:xfrm>
          <a:prstGeom prst="rect">
            <a:avLst/>
          </a:prstGeom>
          <a:noFill/>
          <a:ln>
            <a:noFill/>
          </a:ln>
        </p:spPr>
        <p:txBody>
          <a:bodyPr lIns="0" rIns="0" tIns="0" bIns="0" anchor="ctr">
            <a:noAutofit/>
          </a:bodyPr>
          <a:p>
            <a:pPr algn="ctr"/>
            <a:r>
              <a:rPr b="0" lang="en-US" sz="4400" spc="-1" strike="noStrike">
                <a:latin typeface="Arial"/>
              </a:rPr>
              <a:t>Downstream</a:t>
            </a:r>
            <a:endParaRPr b="0" lang="en-US" sz="4400" spc="-1" strike="noStrike">
              <a:latin typeface="Arial"/>
            </a:endParaRPr>
          </a:p>
        </p:txBody>
      </p:sp>
      <p:sp>
        <p:nvSpPr>
          <p:cNvPr id="42" name="TextShape 2"/>
          <p:cNvSpPr txBox="1"/>
          <p:nvPr/>
        </p:nvSpPr>
        <p:spPr>
          <a:xfrm>
            <a:off x="548640" y="1326600"/>
            <a:ext cx="9071640" cy="3288240"/>
          </a:xfrm>
          <a:prstGeom prst="rect">
            <a:avLst/>
          </a:prstGeom>
          <a:noFill/>
          <a:ln>
            <a:noFill/>
          </a:ln>
        </p:spPr>
        <p:txBody>
          <a:bodyPr lIns="0" rIns="0" tIns="0" bIns="0" anchor="ctr">
            <a:noAutofit/>
          </a:bodyPr>
          <a:p>
            <a:pPr algn="ctr"/>
            <a:r>
              <a:rPr b="0" lang="en-US" sz="3200" spc="-1" strike="noStrike">
                <a:latin typeface="Arial"/>
              </a:rPr>
              <a:t>From Raw Counts to Omics Analysis</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 name="" descr=""/>
          <p:cNvPicPr/>
          <p:nvPr/>
        </p:nvPicPr>
        <p:blipFill>
          <a:blip r:embed="rId1"/>
          <a:stretch/>
        </p:blipFill>
        <p:spPr>
          <a:xfrm>
            <a:off x="2926080" y="1463040"/>
            <a:ext cx="4133520" cy="1666800"/>
          </a:xfrm>
          <a:prstGeom prst="rect">
            <a:avLst/>
          </a:prstGeom>
          <a:ln>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4" name="" descr=""/>
          <p:cNvPicPr/>
          <p:nvPr/>
        </p:nvPicPr>
        <p:blipFill>
          <a:blip r:embed="rId1"/>
          <a:stretch/>
        </p:blipFill>
        <p:spPr>
          <a:xfrm>
            <a:off x="2462760" y="365760"/>
            <a:ext cx="4943880" cy="2943360"/>
          </a:xfrm>
          <a:prstGeom prst="rect">
            <a:avLst/>
          </a:prstGeom>
          <a:ln>
            <a:noFill/>
          </a:ln>
        </p:spPr>
      </p:pic>
      <p:pic>
        <p:nvPicPr>
          <p:cNvPr id="45" name="" descr=""/>
          <p:cNvPicPr/>
          <p:nvPr/>
        </p:nvPicPr>
        <p:blipFill>
          <a:blip r:embed="rId2"/>
          <a:stretch/>
        </p:blipFill>
        <p:spPr>
          <a:xfrm>
            <a:off x="2560320" y="3328920"/>
            <a:ext cx="5029200" cy="2157480"/>
          </a:xfrm>
          <a:prstGeom prst="rect">
            <a:avLst/>
          </a:prstGeom>
          <a:ln>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6" name="" descr=""/>
          <p:cNvPicPr/>
          <p:nvPr/>
        </p:nvPicPr>
        <p:blipFill>
          <a:blip r:embed="rId1"/>
          <a:stretch/>
        </p:blipFill>
        <p:spPr>
          <a:xfrm>
            <a:off x="2743200" y="351000"/>
            <a:ext cx="4252680" cy="5135400"/>
          </a:xfrm>
          <a:prstGeom prst="rect">
            <a:avLst/>
          </a:prstGeom>
          <a:ln>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7" name="" descr=""/>
          <p:cNvPicPr/>
          <p:nvPr/>
        </p:nvPicPr>
        <p:blipFill>
          <a:blip r:embed="rId1"/>
          <a:stretch/>
        </p:blipFill>
        <p:spPr>
          <a:xfrm>
            <a:off x="2966040" y="610560"/>
            <a:ext cx="4532040" cy="4510080"/>
          </a:xfrm>
          <a:prstGeom prst="rect">
            <a:avLst/>
          </a:prstGeom>
          <a:ln>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 name="" descr=""/>
          <p:cNvPicPr/>
          <p:nvPr/>
        </p:nvPicPr>
        <p:blipFill>
          <a:blip r:embed="rId1"/>
          <a:stretch/>
        </p:blipFill>
        <p:spPr>
          <a:xfrm>
            <a:off x="2834640" y="274320"/>
            <a:ext cx="4386960" cy="4952520"/>
          </a:xfrm>
          <a:prstGeom prst="rect">
            <a:avLst/>
          </a:prstGeom>
          <a:ln>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 name="" descr=""/>
          <p:cNvPicPr/>
          <p:nvPr/>
        </p:nvPicPr>
        <p:blipFill>
          <a:blip r:embed="rId1"/>
          <a:stretch/>
        </p:blipFill>
        <p:spPr>
          <a:xfrm>
            <a:off x="2376000" y="963000"/>
            <a:ext cx="5304960" cy="3609000"/>
          </a:xfrm>
          <a:prstGeom prst="rect">
            <a:avLst/>
          </a:prstGeom>
          <a:ln>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 name="" descr=""/>
          <p:cNvPicPr/>
          <p:nvPr/>
        </p:nvPicPr>
        <p:blipFill>
          <a:blip r:embed="rId1"/>
          <a:stretch/>
        </p:blipFill>
        <p:spPr>
          <a:xfrm>
            <a:off x="2744640" y="168120"/>
            <a:ext cx="4204800" cy="5135400"/>
          </a:xfrm>
          <a:prstGeom prst="rect">
            <a:avLst/>
          </a:prstGeom>
          <a:ln>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TextShape 1"/>
          <p:cNvSpPr txBox="1"/>
          <p:nvPr/>
        </p:nvSpPr>
        <p:spPr>
          <a:xfrm>
            <a:off x="504000" y="226080"/>
            <a:ext cx="9071640" cy="946440"/>
          </a:xfrm>
          <a:prstGeom prst="rect">
            <a:avLst/>
          </a:prstGeom>
          <a:noFill/>
          <a:ln>
            <a:noFill/>
          </a:ln>
        </p:spPr>
        <p:txBody>
          <a:bodyPr lIns="0" rIns="0" tIns="0" bIns="0" anchor="ctr">
            <a:noAutofit/>
          </a:bodyPr>
          <a:p>
            <a:pPr algn="ctr"/>
            <a:r>
              <a:rPr b="0" lang="en-US" sz="4400" spc="-1" strike="noStrike">
                <a:latin typeface="Arial"/>
              </a:rPr>
              <a:t>Other Normalization methods</a:t>
            </a:r>
            <a:endParaRPr b="0" lang="en-US" sz="4400" spc="-1" strike="noStrike">
              <a:latin typeface="Arial"/>
            </a:endParaRPr>
          </a:p>
        </p:txBody>
      </p:sp>
      <p:pic>
        <p:nvPicPr>
          <p:cNvPr id="52" name="" descr=""/>
          <p:cNvPicPr/>
          <p:nvPr/>
        </p:nvPicPr>
        <p:blipFill>
          <a:blip r:embed="rId1"/>
          <a:stretch/>
        </p:blipFill>
        <p:spPr>
          <a:xfrm>
            <a:off x="2743200" y="1059840"/>
            <a:ext cx="4480560" cy="4480560"/>
          </a:xfrm>
          <a:prstGeom prst="rect">
            <a:avLst/>
          </a:prstGeom>
          <a:ln>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3" name="" descr=""/>
          <p:cNvPicPr/>
          <p:nvPr/>
        </p:nvPicPr>
        <p:blipFill>
          <a:blip r:embed="rId1"/>
          <a:stretch/>
        </p:blipFill>
        <p:spPr>
          <a:xfrm>
            <a:off x="2011680" y="457200"/>
            <a:ext cx="6123600" cy="4480560"/>
          </a:xfrm>
          <a:prstGeom prst="rect">
            <a:avLst/>
          </a:prstGeom>
          <a:ln>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 name="" descr=""/>
          <p:cNvPicPr/>
          <p:nvPr/>
        </p:nvPicPr>
        <p:blipFill>
          <a:blip r:embed="rId1"/>
          <a:srcRect l="0" t="0" r="0" b="3659"/>
          <a:stretch/>
        </p:blipFill>
        <p:spPr>
          <a:xfrm>
            <a:off x="338400" y="182880"/>
            <a:ext cx="4507920" cy="5211720"/>
          </a:xfrm>
          <a:prstGeom prst="rect">
            <a:avLst/>
          </a:prstGeom>
          <a:ln>
            <a:noFill/>
          </a:ln>
        </p:spPr>
      </p:pic>
      <p:sp>
        <p:nvSpPr>
          <p:cNvPr id="55" name="TextShape 1"/>
          <p:cNvSpPr txBox="1"/>
          <p:nvPr/>
        </p:nvSpPr>
        <p:spPr>
          <a:xfrm>
            <a:off x="4918320" y="398520"/>
            <a:ext cx="5029200" cy="515880"/>
          </a:xfrm>
          <a:prstGeom prst="rect">
            <a:avLst/>
          </a:prstGeom>
          <a:noFill/>
          <a:ln>
            <a:noFill/>
          </a:ln>
        </p:spPr>
        <p:txBody>
          <a:bodyPr lIns="90000" rIns="90000" tIns="45000" bIns="45000">
            <a:noAutofit/>
          </a:bodyPr>
          <a:p>
            <a:r>
              <a:rPr b="0" lang="en-US" sz="1000" spc="-1" strike="noStrike">
                <a:latin typeface="Arial"/>
              </a:rPr>
              <a:t>We can see that the individual populations have different distributions but many of them are close to normal distribution on their own scale. This means that we can use standardization to scale the data.</a:t>
            </a:r>
            <a:endParaRPr b="0" lang="en-US" sz="1000" spc="-1" strike="noStrike">
              <a:latin typeface="Arial"/>
            </a:endParaRPr>
          </a:p>
        </p:txBody>
      </p:sp>
      <p:sp>
        <p:nvSpPr>
          <p:cNvPr id="56" name="TextShape 2"/>
          <p:cNvSpPr txBox="1"/>
          <p:nvPr/>
        </p:nvSpPr>
        <p:spPr>
          <a:xfrm>
            <a:off x="4912560" y="1061280"/>
            <a:ext cx="4890960" cy="1508760"/>
          </a:xfrm>
          <a:prstGeom prst="rect">
            <a:avLst/>
          </a:prstGeom>
          <a:noFill/>
          <a:ln>
            <a:noFill/>
          </a:ln>
        </p:spPr>
        <p:txBody>
          <a:bodyPr lIns="90000" rIns="90000" tIns="45000" bIns="45000">
            <a:noAutofit/>
          </a:bodyPr>
          <a:p>
            <a:r>
              <a:rPr b="0" lang="en-US" sz="1000" spc="-1" strike="noStrike">
                <a:latin typeface="Arial"/>
              </a:rPr>
              <a:t>Standardization is a scaling procedure defined as subtracting the mean from the original data and dividing them by standard deviation. This shifts the centre of the distribution to 0 and scales standard deviation to 1. It is especially useful for data which are already normally distributed, in fact, the name of the procedure derives from the term standard normal. Normal distribution is defined by its mean and standard deviation which means that given these two parameters you can draw the exact curve describing the distribution (this fact alone is one of the main reasons why normal distribution is so popular, it is really easy to measure mean and standard deviation). Standard normal refers to a normal distribution with mean = 0 and standard deviation = 1.</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 name="" descr=""/>
          <p:cNvPicPr/>
          <p:nvPr/>
        </p:nvPicPr>
        <p:blipFill>
          <a:blip r:embed="rId1"/>
          <a:srcRect l="0" t="0" r="53896" b="16894"/>
          <a:stretch/>
        </p:blipFill>
        <p:spPr>
          <a:xfrm>
            <a:off x="2343600" y="91440"/>
            <a:ext cx="2502360" cy="4571640"/>
          </a:xfrm>
          <a:prstGeom prst="rect">
            <a:avLst/>
          </a:prstGeom>
          <a:ln>
            <a:noFill/>
          </a:ln>
        </p:spPr>
      </p:pic>
      <p:pic>
        <p:nvPicPr>
          <p:cNvPr id="58" name="" descr=""/>
          <p:cNvPicPr/>
          <p:nvPr/>
        </p:nvPicPr>
        <p:blipFill>
          <a:blip r:embed="rId2"/>
          <a:stretch/>
        </p:blipFill>
        <p:spPr>
          <a:xfrm>
            <a:off x="7315200" y="640080"/>
            <a:ext cx="2204280" cy="2000880"/>
          </a:xfrm>
          <a:prstGeom prst="rect">
            <a:avLst/>
          </a:prstGeom>
          <a:ln>
            <a:noFill/>
          </a:ln>
        </p:spPr>
      </p:pic>
      <p:pic>
        <p:nvPicPr>
          <p:cNvPr id="59" name="" descr=""/>
          <p:cNvPicPr/>
          <p:nvPr/>
        </p:nvPicPr>
        <p:blipFill>
          <a:blip r:embed="rId3"/>
          <a:stretch/>
        </p:blipFill>
        <p:spPr>
          <a:xfrm>
            <a:off x="5212080" y="623520"/>
            <a:ext cx="2102040" cy="2017440"/>
          </a:xfrm>
          <a:prstGeom prst="rect">
            <a:avLst/>
          </a:prstGeom>
          <a:ln>
            <a:noFill/>
          </a:ln>
        </p:spPr>
      </p:pic>
      <p:pic>
        <p:nvPicPr>
          <p:cNvPr id="60" name="" descr=""/>
          <p:cNvPicPr/>
          <p:nvPr/>
        </p:nvPicPr>
        <p:blipFill>
          <a:blip r:embed="rId4"/>
          <a:stretch/>
        </p:blipFill>
        <p:spPr>
          <a:xfrm>
            <a:off x="5212080" y="2657880"/>
            <a:ext cx="2138040" cy="2005560"/>
          </a:xfrm>
          <a:prstGeom prst="rect">
            <a:avLst/>
          </a:prstGeom>
          <a:ln>
            <a:noFill/>
          </a:ln>
        </p:spPr>
      </p:pic>
      <p:pic>
        <p:nvPicPr>
          <p:cNvPr id="61" name="" descr=""/>
          <p:cNvPicPr/>
          <p:nvPr/>
        </p:nvPicPr>
        <p:blipFill>
          <a:blip r:embed="rId5"/>
          <a:stretch/>
        </p:blipFill>
        <p:spPr>
          <a:xfrm>
            <a:off x="7322400" y="2671200"/>
            <a:ext cx="2103120" cy="2047680"/>
          </a:xfrm>
          <a:prstGeom prst="rect">
            <a:avLst/>
          </a:prstGeom>
          <a:ln>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2" name="" descr=""/>
          <p:cNvPicPr/>
          <p:nvPr/>
        </p:nvPicPr>
        <p:blipFill>
          <a:blip r:embed="rId1"/>
          <a:stretch/>
        </p:blipFill>
        <p:spPr>
          <a:xfrm>
            <a:off x="2343600" y="91440"/>
            <a:ext cx="5428800" cy="5501160"/>
          </a:xfrm>
          <a:prstGeom prst="rect">
            <a:avLst/>
          </a:prstGeom>
          <a:ln>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3" name="" descr=""/>
          <p:cNvPicPr/>
          <p:nvPr/>
        </p:nvPicPr>
        <p:blipFill>
          <a:blip r:embed="rId1"/>
          <a:stretch/>
        </p:blipFill>
        <p:spPr>
          <a:xfrm>
            <a:off x="1920240" y="365760"/>
            <a:ext cx="6554520" cy="5043960"/>
          </a:xfrm>
          <a:prstGeom prst="rect">
            <a:avLst/>
          </a:prstGeom>
          <a:ln>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4" name="" descr=""/>
          <p:cNvPicPr/>
          <p:nvPr/>
        </p:nvPicPr>
        <p:blipFill>
          <a:blip r:embed="rId1"/>
          <a:stretch/>
        </p:blipFill>
        <p:spPr>
          <a:xfrm>
            <a:off x="5029200" y="1031760"/>
            <a:ext cx="4572000" cy="3723120"/>
          </a:xfrm>
          <a:prstGeom prst="rect">
            <a:avLst/>
          </a:prstGeom>
          <a:ln>
            <a:noFill/>
          </a:ln>
        </p:spPr>
      </p:pic>
      <p:pic>
        <p:nvPicPr>
          <p:cNvPr id="65" name="" descr=""/>
          <p:cNvPicPr/>
          <p:nvPr/>
        </p:nvPicPr>
        <p:blipFill>
          <a:blip r:embed="rId2"/>
          <a:srcRect l="0" t="9955" r="0" b="0"/>
          <a:stretch/>
        </p:blipFill>
        <p:spPr>
          <a:xfrm>
            <a:off x="182880" y="1062720"/>
            <a:ext cx="4754880" cy="3664080"/>
          </a:xfrm>
          <a:prstGeom prst="rect">
            <a:avLst/>
          </a:prstGeom>
          <a:ln>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6" name="" descr=""/>
          <p:cNvPicPr/>
          <p:nvPr/>
        </p:nvPicPr>
        <p:blipFill>
          <a:blip r:embed="rId1"/>
          <a:stretch/>
        </p:blipFill>
        <p:spPr>
          <a:xfrm>
            <a:off x="2029320" y="91440"/>
            <a:ext cx="5560200" cy="5501160"/>
          </a:xfrm>
          <a:prstGeom prst="rect">
            <a:avLst/>
          </a:prstGeom>
          <a:ln>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38</TotalTime>
  <Application>LibreOffice/6.4.7.2$Linux_X86_64 LibreOffice_project/40$Build-2</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2026-10-08T15:25:32Z</dcterms:created>
  <dc:creator/>
  <dc:description/>
  <dc:language>en-US</dc:language>
  <cp:lastModifiedBy/>
  <dcterms:modified xsi:type="dcterms:W3CDTF">2026-10-08T17:05:08Z</dcterms:modified>
  <cp:revision>3</cp:revision>
  <dc:subject/>
  <dc:title/>
</cp:coreProperties>
</file>